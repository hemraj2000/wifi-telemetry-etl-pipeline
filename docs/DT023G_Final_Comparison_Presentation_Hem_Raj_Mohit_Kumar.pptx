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Earlier DT023G vs Final Refined DT023G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Earlier DT023G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Success Rate (%)</c:v>
                </c:pt>
                <c:pt idx="1">
                  <c:v>Mean Latency (ms)</c:v>
                </c:pt>
                <c:pt idx="2">
                  <c:v>P95 Latency (ms)</c:v>
                </c:pt>
                <c:pt idx="3">
                  <c:v>Failed Requests / 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82.12</c:v>
                </c:pt>
                <c:pt idx="1">
                  <c:v>17.39</c:v>
                </c:pt>
                <c:pt idx="2">
                  <c:v>27.28</c:v>
                </c:pt>
                <c:pt idx="3">
                  <c:v>14.3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 DT023G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Success Rate (%)</c:v>
                </c:pt>
                <c:pt idx="1">
                  <c:v>Mean Latency (ms)</c:v>
                </c:pt>
                <c:pt idx="2">
                  <c:v>P95 Latency (ms)</c:v>
                </c:pt>
                <c:pt idx="3">
                  <c:v>Failed Requests / 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12.32</c:v>
                </c:pt>
                <c:pt idx="2">
                  <c:v>18.87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0" cy="8229600"/>
          </a:xfrm>
          <a:prstGeom prst="rect">
            <a:avLst/>
          </a:prstGeom>
          <a:solidFill>
            <a:srgbClr val="00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84480" y="0"/>
            <a:ext cx="1645920" cy="8229600"/>
          </a:xfrm>
          <a:prstGeom prst="rect">
            <a:avLst/>
          </a:prstGeom>
          <a:solidFill>
            <a:srgbClr val="F58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12880" y="0"/>
            <a:ext cx="1645920" cy="8229600"/>
          </a:xfrm>
          <a:prstGeom prst="rect">
            <a:avLst/>
          </a:prstGeom>
          <a:solidFill>
            <a:srgbClr val="1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4DCF0"/>
                </a:solidFill>
                <a:latin typeface="Aptos"/>
              </a:defRPr>
            </a:pPr>
            <a:r>
              <a:t>DT023G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1704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Aptos"/>
              </a:defRPr>
            </a:pPr>
            <a:r>
              <a:t>WiFi Telemetry ETL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AE8F2"/>
                </a:solidFill>
                <a:latin typeface="Aptos"/>
              </a:defRPr>
            </a:pPr>
            <a:r>
              <a:t>A refined extension of the DT212G Mininet-WiFi and Airflow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86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Hem Raj &amp; Mohit Kumar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REQUESTS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8000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4 stations × 2000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548640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29159"/>
                </a:solidFill>
              </a:defRPr>
            </a:pPr>
            <a:r>
              <a:t>SUCCESS RATE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100%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0 failed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548640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F5851F"/>
                </a:solidFill>
              </a:defRPr>
            </a:pPr>
            <a:r>
              <a:t>MEAN LATENCY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12.32 ms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final refined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548640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B61A8"/>
                </a:solidFill>
              </a:defRPr>
            </a:pPr>
            <a:r>
              <a:t>ROAMING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 event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detected in final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From DT212G Prototype to DT023G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The new project focuses on scale, reliability, visualization, and workflow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1148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B61A8"/>
                </a:solidFill>
              </a:defRPr>
            </a:pPr>
            <a:r>
              <a:t>DT212G BASELINE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2 APs / 2 stations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1000 requests per 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22128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851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1148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DT023G REFINED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4 APs / 4 stations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2000 requests per 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261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1E34"/>
                </a:solidFill>
                <a:latin typeface="Aptos"/>
              </a:defRPr>
            </a:pPr>
            <a:r>
              <a:t>The aim was not only to repeat the previous project, but to make it more realistic and easier to analyze.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8202A"/>
                </a:solidFill>
                <a:latin typeface="Aptos"/>
              </a:defRPr>
            </a:pPr>
            <a:r>
              <a:t>Larger wireless topology and heavier workload</a:t>
            </a:r>
          </a:p>
          <a:p>
            <a:pPr>
              <a:spcAft>
                <a:spcPts val="800"/>
              </a:spcAft>
              <a:defRPr sz="2100">
                <a:solidFill>
                  <a:srgbClr val="18202A"/>
                </a:solidFill>
                <a:latin typeface="Aptos"/>
              </a:defRPr>
            </a:pPr>
            <a:r>
              <a:t>More complete telemetry outputs with latency, RSSI, AP association, and roaming evidence</a:t>
            </a:r>
          </a:p>
          <a:p>
            <a:pPr>
              <a:spcAft>
                <a:spcPts val="800"/>
              </a:spcAft>
              <a:defRPr sz="2100">
                <a:solidFill>
                  <a:srgbClr val="18202A"/>
                </a:solidFill>
                <a:latin typeface="Aptos"/>
              </a:defRPr>
            </a:pPr>
            <a:r>
              <a:t>Improved reporting and Airflow-based workflow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Previous Project Baseline: DT212G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The original project proved the ETL pipeline with a smaller WiFi scenario.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9260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B61A8"/>
                </a:solidFill>
              </a:defRPr>
            </a:pPr>
            <a:r>
              <a:t>TOPOLOGY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2 APs + 2 stations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one backend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508760"/>
            <a:ext cx="29260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B61A8"/>
                </a:solidFill>
              </a:defRPr>
            </a:pPr>
            <a:r>
              <a:t>WORKLOAD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1000 / station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about 2000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508760"/>
            <a:ext cx="29260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29159"/>
                </a:solidFill>
              </a:defRPr>
            </a:pPr>
            <a:r>
              <a:t>SUCCESS RATE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99.55%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final Airflow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0" y="1508760"/>
            <a:ext cx="29260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F5851F"/>
                </a:solidFill>
              </a:defRPr>
            </a:pPr>
            <a:r>
              <a:t>MEAN LATENCY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7.60 ms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smaller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8202A"/>
                </a:solidFill>
                <a:latin typeface="Aptos"/>
              </a:defRPr>
            </a:pPr>
            <a:r>
              <a:t>Airflow DAG: run_experiment → transform → report</a:t>
            </a:r>
          </a:p>
          <a:p>
            <a:pPr>
              <a:spcAft>
                <a:spcPts val="800"/>
              </a:spcAft>
              <a:defRPr sz="1900">
                <a:solidFill>
                  <a:srgbClr val="18202A"/>
                </a:solidFill>
                <a:latin typeface="Aptos"/>
              </a:defRPr>
            </a:pPr>
            <a:r>
              <a:t>Artifacts: raw_requests.csv, wifi_link.csv, analytics.csv, report.txt</a:t>
            </a:r>
          </a:p>
          <a:p>
            <a:pPr>
              <a:spcAft>
                <a:spcPts val="800"/>
              </a:spcAft>
              <a:defRPr sz="1900">
                <a:solidFill>
                  <a:srgbClr val="18202A"/>
                </a:solidFill>
                <a:latin typeface="Aptos"/>
              </a:defRPr>
            </a:pPr>
            <a:r>
              <a:t>Roaming detected for sta1 and sta2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0040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8202A"/>
                </a:solidFill>
                <a:latin typeface="Aptos"/>
              </a:defRPr>
            </a:pPr>
            <a:r>
              <a:t>Interpretation</a:t>
            </a:r>
            <a:br/>
            <a:br/>
            <a:r>
              <a:t>DT212G was a successful proof of concept: small topology, low latency, and clear roaming evidence. It created a good base for extension.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Final DT023G Refined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The final run improved reliability and scale while keeping latency acceptable.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TOTAL REQUESTS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8000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4 × 2000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41732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29159"/>
                </a:solidFill>
              </a:defRPr>
            </a:pPr>
            <a:r>
              <a:t>SUCCESS RATE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100.0%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8000 / 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F5851F"/>
                </a:solidFill>
              </a:defRPr>
            </a:pPr>
            <a:r>
              <a:t>MEAN LATENCY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12.32 ms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stable under 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41732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F5851F"/>
                </a:solidFill>
              </a:defRPr>
            </a:pPr>
            <a:r>
              <a:t>P95 LATENCY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18.87 ms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tail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B61A8"/>
                </a:solidFill>
              </a:defRPr>
            </a:pPr>
            <a:r>
              <a:t>ROAMING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 event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306324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29159"/>
                </a:solidFill>
              </a:defRPr>
            </a:pPr>
            <a:r>
              <a:t>FAILURES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0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no dropped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06324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APS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4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larger topology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306324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STATIONS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4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more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2801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1E34"/>
                </a:solidFill>
                <a:latin typeface="Aptos"/>
              </a:defRPr>
            </a:pPr>
            <a:r>
              <a:t>Key message: the refined DT023G project is a more complete telemetry engineering workflow, with stronger reliability and richer visual evidence than the original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Direct Comparison: DT212G vs DT023G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Latency is higher in DT023G because the network is larger, but scale and reliability improved.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37160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  <a:gridCol w="3429000"/>
                <a:gridCol w="3429000"/>
              </a:tblGrid>
              <a:tr h="6502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anchor="ctr" marL="73152" marR="73152">
                    <a:solidFill>
                      <a:srgbClr val="0A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DT212G Previous</a:t>
                      </a:r>
                    </a:p>
                  </a:txBody>
                  <a:tcPr anchor="ctr" marL="73152" marR="73152">
                    <a:solidFill>
                      <a:srgbClr val="0A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DT023G Refined</a:t>
                      </a:r>
                    </a:p>
                  </a:txBody>
                  <a:tcPr anchor="ctr" marL="73152" marR="73152">
                    <a:solidFill>
                      <a:srgbClr val="0A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anchor="ctr" marL="73152" marR="73152">
                    <a:solidFill>
                      <a:srgbClr val="0A1E34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Access points</a:t>
                      </a:r>
                    </a:p>
                  </a:txBody>
                  <a:tcPr anchor="ctr" marL="73152" marR="73152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larger wireless scenario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Stations</a:t>
                      </a:r>
                    </a:p>
                  </a:txBody>
                  <a:tcPr anchor="ctr" marL="73152" marR="73152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more clients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Requests / station</a:t>
                      </a:r>
                    </a:p>
                  </a:txBody>
                  <a:tcPr anchor="ctr" marL="73152" marR="73152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1000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2000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heavier workload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Total requests</a:t>
                      </a:r>
                    </a:p>
                  </a:txBody>
                  <a:tcPr anchor="ctr" marL="73152" marR="73152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~2000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8000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4× larger dataset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Success rate</a:t>
                      </a:r>
                    </a:p>
                  </a:txBody>
                  <a:tcPr anchor="ctr" marL="73152" marR="73152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99.55%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stronger reliability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Mean latency</a:t>
                      </a:r>
                    </a:p>
                  </a:txBody>
                  <a:tcPr anchor="ctr" marL="73152" marR="73152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7.60 ms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12.32 ms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acceptable under larger load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P95 latency</a:t>
                      </a:r>
                    </a:p>
                  </a:txBody>
                  <a:tcPr anchor="ctr" marL="73152" marR="73152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8.48 ms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18.87 ms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higher due to roaming + scale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Roaming</a:t>
                      </a:r>
                    </a:p>
                  </a:txBody>
                  <a:tcPr anchor="ctr" marL="73152" marR="73152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both stations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1 event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202A"/>
                          </a:solidFill>
                          <a:latin typeface="Aptos"/>
                        </a:defRPr>
                      </a:pPr>
                      <a:r>
                        <a:t>roaming logic included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What Was Improved Inside DT023G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The first DT023G attempt was tuned until reliability and latency became much better.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00200"/>
          <a:ext cx="73152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9536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8202A"/>
                </a:solidFill>
                <a:latin typeface="Aptos"/>
              </a:defRPr>
            </a:pPr>
            <a:r>
              <a:t>Success rate increased from 82.12% to 100.0%</a:t>
            </a:r>
          </a:p>
          <a:p>
            <a:pPr>
              <a:spcAft>
                <a:spcPts val="800"/>
              </a:spcAft>
              <a:defRPr sz="1900">
                <a:solidFill>
                  <a:srgbClr val="18202A"/>
                </a:solidFill>
                <a:latin typeface="Aptos"/>
              </a:defRPr>
            </a:pPr>
            <a:r>
              <a:t>Failed requests dropped from 1430 to 0</a:t>
            </a:r>
          </a:p>
          <a:p>
            <a:pPr>
              <a:spcAft>
                <a:spcPts val="800"/>
              </a:spcAft>
              <a:defRPr sz="1900">
                <a:solidFill>
                  <a:srgbClr val="18202A"/>
                </a:solidFill>
                <a:latin typeface="Aptos"/>
              </a:defRPr>
            </a:pPr>
            <a:r>
              <a:t>Mean latency improved from 17.39 ms to 12.32 ms</a:t>
            </a:r>
          </a:p>
          <a:p>
            <a:pPr>
              <a:spcAft>
                <a:spcPts val="800"/>
              </a:spcAft>
              <a:defRPr sz="1900">
                <a:solidFill>
                  <a:srgbClr val="18202A"/>
                </a:solidFill>
                <a:latin typeface="Aptos"/>
              </a:defRPr>
            </a:pPr>
            <a:r>
              <a:t>P95 latency improved from 27.28 ms to 18.87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Final Architecture and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EE2F2"/>
                </a:solidFill>
                <a:latin typeface="Aptos"/>
              </a:defRPr>
            </a:pPr>
            <a:r>
              <a:t>Experiment data is converted into analytics, graphs, and a readable KPI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STEP 1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Mininet-WiFi</a:t>
            </a:r>
            <a:br/>
            <a:r>
              <a:t>Experiment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4 APs + 4 stations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3957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851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B61A8"/>
                </a:solidFill>
              </a:defRPr>
            </a:pPr>
            <a:r>
              <a:t>STEP 2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Raw Logs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HTTP + WiFi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3957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851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STEP 3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Transform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pandas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3957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851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39" y="201168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B61A8"/>
                </a:solidFill>
              </a:defRPr>
            </a:pPr>
            <a:r>
              <a:t>STEP 4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Visualize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Latency / RSSI / 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79" y="23957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851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95759" y="201168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STEP 5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Report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KPI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261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Airflow connects the processing stages so the pipeline is easier to rerun, validate, and explain during demonstration.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Airflow Execution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The DAG was used to run transformation, graph generation, and reporting in a clear sequence.</a:t>
            </a:r>
          </a:p>
        </p:txBody>
      </p:sp>
      <p:pic>
        <p:nvPicPr>
          <p:cNvPr id="5" name="Picture 4" descr="Screenshot 2026-04-23 at 19-55-23 wifi_telemetry_pipeline - Grid - Air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400800" cy="5029200"/>
          </a:xfrm>
          <a:prstGeom prst="rect">
            <a:avLst/>
          </a:prstGeom>
        </p:spPr>
      </p:pic>
      <p:pic>
        <p:nvPicPr>
          <p:cNvPr id="6" name="Picture 5" descr="Screenshot 2026-04-23 at 19-51-52 List Dag Run - Air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6583680" cy="2331720"/>
          </a:xfrm>
          <a:prstGeom prst="rect">
            <a:avLst/>
          </a:prstGeom>
        </p:spPr>
      </p:pic>
      <p:pic>
        <p:nvPicPr>
          <p:cNvPr id="7" name="Picture 6" descr="Screenshot 2026-04-23 at 19-51-16 DAGs - Air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069080"/>
            <a:ext cx="658368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6294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E34"/>
                </a:solidFill>
                <a:latin typeface="Aptos"/>
              </a:defRPr>
            </a:pPr>
            <a:r>
              <a:t>Airflow provides workflow evidence: DAG visibility, task execution, and run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Graph Evidence: Latency and RSSI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The project now gives visual insight, not only text-based KPI values.</a:t>
            </a:r>
          </a:p>
        </p:txBody>
      </p:sp>
      <p:pic>
        <p:nvPicPr>
          <p:cNvPr id="5" name="Picture 4" descr="latency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446520" cy="4160520"/>
          </a:xfrm>
          <a:prstGeom prst="rect">
            <a:avLst/>
          </a:prstGeom>
        </p:spPr>
      </p:pic>
      <p:pic>
        <p:nvPicPr>
          <p:cNvPr id="6" name="Picture 5" descr="rssi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417320"/>
            <a:ext cx="644652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06440"/>
            <a:ext cx="1280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02A"/>
                </a:solidFill>
                <a:latin typeface="Aptos"/>
              </a:defRPr>
            </a:pPr>
            <a:r>
              <a:t>Latency graph shows request behavior over time for all stations.</a:t>
            </a:r>
          </a:p>
          <a:p>
            <a:pPr>
              <a:spcAft>
                <a:spcPts val="800"/>
              </a:spcAft>
              <a:defRPr sz="1800">
                <a:solidFill>
                  <a:srgbClr val="18202A"/>
                </a:solidFill>
                <a:latin typeface="Aptos"/>
              </a:defRPr>
            </a:pPr>
            <a:r>
              <a:t>RSSI graph shows link quality and movement impact during the experiment.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Roaming and AP Association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AP association over time helps prove whether roaming was detected.</a:t>
            </a:r>
          </a:p>
        </p:txBody>
      </p:sp>
      <p:pic>
        <p:nvPicPr>
          <p:cNvPr id="5" name="Picture 4" descr="ap_association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8412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0" y="16459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E34"/>
                </a:solidFill>
                <a:latin typeface="Aptos"/>
              </a:defRPr>
            </a:pPr>
            <a:r>
              <a:t>Why this graph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251460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02A"/>
                </a:solidFill>
                <a:latin typeface="Aptos"/>
              </a:defRPr>
            </a:pPr>
            <a:r>
              <a:t>It shows which AP each station is connected to over time.</a:t>
            </a:r>
          </a:p>
          <a:p>
            <a:pPr>
              <a:spcAft>
                <a:spcPts val="800"/>
              </a:spcAft>
              <a:defRPr sz="1800">
                <a:solidFill>
                  <a:srgbClr val="18202A"/>
                </a:solidFill>
                <a:latin typeface="Aptos"/>
              </a:defRPr>
            </a:pPr>
            <a:r>
              <a:t>AP changes are used as roaming evidence.</a:t>
            </a:r>
          </a:p>
          <a:p>
            <a:pPr>
              <a:spcAft>
                <a:spcPts val="800"/>
              </a:spcAft>
              <a:defRPr sz="1800">
                <a:solidFill>
                  <a:srgbClr val="18202A"/>
                </a:solidFill>
                <a:latin typeface="Aptos"/>
              </a:defRPr>
            </a:pPr>
            <a:r>
              <a:t>The final DT023G run detected one roaming event.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E34"/>
                </a:solidFill>
                <a:latin typeface="Aptos Display"/>
              </a:defRPr>
            </a:pPr>
            <a:r>
              <a:t>Engineering Fixes That Made the Final Run 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370"/>
                </a:solidFill>
                <a:latin typeface="Aptos"/>
              </a:defRPr>
            </a:pPr>
            <a:r>
              <a:t>The final version is the result of debugging and tuning, not just running the old setup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217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8202A"/>
                </a:solidFill>
                <a:latin typeface="Aptos"/>
              </a:defRPr>
            </a:pPr>
            <a:r>
              <a:t>Expanded AP coverage and lowered propagation loss to reduce disconnections.</a:t>
            </a:r>
          </a:p>
          <a:p>
            <a:pPr>
              <a:spcAft>
                <a:spcPts val="800"/>
              </a:spcAft>
              <a:defRPr sz="2100">
                <a:solidFill>
                  <a:srgbClr val="18202A"/>
                </a:solidFill>
                <a:latin typeface="Aptos"/>
              </a:defRPr>
            </a:pPr>
            <a:r>
              <a:t>Used traffic pauses during station movement to protect success rate.</a:t>
            </a:r>
          </a:p>
          <a:p>
            <a:pPr>
              <a:spcAft>
                <a:spcPts val="800"/>
              </a:spcAft>
              <a:defRPr sz="2100">
                <a:solidFill>
                  <a:srgbClr val="18202A"/>
                </a:solidFill>
                <a:latin typeface="Aptos"/>
              </a:defRPr>
            </a:pPr>
            <a:r>
              <a:t>Added one retry for failed HTTP requests.</a:t>
            </a:r>
          </a:p>
          <a:p>
            <a:pPr>
              <a:spcAft>
                <a:spcPts val="800"/>
              </a:spcAft>
              <a:defRPr sz="2100">
                <a:solidFill>
                  <a:srgbClr val="18202A"/>
                </a:solidFill>
                <a:latin typeface="Aptos"/>
              </a:defRPr>
            </a:pPr>
            <a:r>
              <a:t>Created root wrapper scripts for controlled Mininet execution.</a:t>
            </a:r>
          </a:p>
          <a:p>
            <a:pPr>
              <a:spcAft>
                <a:spcPts val="800"/>
              </a:spcAft>
              <a:defRPr sz="2100">
                <a:solidFill>
                  <a:srgbClr val="18202A"/>
                </a:solidFill>
                <a:latin typeface="Aptos"/>
              </a:defRPr>
            </a:pPr>
            <a:r>
              <a:t>Used Airflow for repeatable transformation, graphing, and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920240"/>
            <a:ext cx="50292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29159"/>
                </a:solidFill>
              </a:defRPr>
            </a:pPr>
            <a:r>
              <a:t>MAIN OUTCOME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100% success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final refined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566160"/>
            <a:ext cx="50292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00A696"/>
                </a:solidFill>
              </a:defRPr>
            </a:pPr>
            <a:r>
              <a:t>RELIABILITY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0 failures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8000 requests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5212080"/>
            <a:ext cx="50292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1100" b="1">
                <a:solidFill>
                  <a:srgbClr val="1B61A8"/>
                </a:solidFill>
              </a:defRPr>
            </a:pPr>
            <a:r>
              <a:t>EVIDENCE</a:t>
            </a:r>
          </a:p>
          <a:p>
            <a:pPr>
              <a:defRPr sz="2500" b="1">
                <a:solidFill>
                  <a:srgbClr val="18202A"/>
                </a:solidFill>
              </a:defRPr>
            </a:pPr>
            <a:r>
              <a:t>graphs + Airflow</a:t>
            </a:r>
          </a:p>
          <a:p>
            <a:pPr>
              <a:defRPr sz="900">
                <a:solidFill>
                  <a:srgbClr val="586370"/>
                </a:solidFill>
              </a:defRPr>
            </a:pPr>
            <a:r>
              <a:t>clearer demo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353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Final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EE2F2"/>
                </a:solidFill>
                <a:latin typeface="Aptos"/>
              </a:defRPr>
            </a:pPr>
            <a:r>
              <a:t>DT023G turns the DT212G prototype into a stronger, larger, and more explainable telemetry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261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The refined DT023G project is a clear extension, not just a repeat.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15468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Larger experiment: 4 APs, 4 stations, and 8000 requests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Stronger reliability: 100% success rate and zero failed requests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Better evidence: latency, RSSI, AP association graphs, and Airflow execution proof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Honest performance view: latency is higher than DT212G because the new setup is larger, but the workflow is much stronger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67512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E1F0"/>
                </a:solidFill>
                <a:latin typeface="Aptos"/>
              </a:defRPr>
            </a:pPr>
            <a:r>
              <a:t>Presented by Hem Raj &amp; Mohit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DT023G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